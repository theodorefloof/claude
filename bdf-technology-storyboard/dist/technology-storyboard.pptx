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page0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page0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page0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page0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page0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page0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page0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page0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page0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p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page1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page1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page13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page1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p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KE is running n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ular content product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routes through one syste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KE, the orchestration lay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e connected spa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ularity, a brief uses what it need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atomy of a modu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tasks across pre, production and pos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our DAM stays the source of trut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dering, not re-brief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historic back catalogue, ope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day, integration, nex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ffort and efficiency, direction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ritten submission and live sess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enario selection board, live onl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section storyboard v1</dc:title>
  <dc:subject>Rough visual storyboard for narrative agreement</dc:subject>
  <dc:creator>Technology section storyboard</dc:creator>
  <cp:lastModifiedBy>Technology section storyboard</cp:lastModifiedBy>
  <cp:revision>1</cp:revision>
  <dcterms:created xsi:type="dcterms:W3CDTF">2026-09-18T18:24:50Z</dcterms:created>
  <dcterms:modified xsi:type="dcterms:W3CDTF">2026-09-18T18:24:50Z</dcterms:modified>
</cp:coreProperties>
</file>