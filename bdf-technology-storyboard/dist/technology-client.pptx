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page01.sv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Relationship Id="rId4" Type="http://schemas.openxmlformats.org/officeDocument/2006/relationships/image" Target="../media/page02.sv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Relationship Id="rId4" Type="http://schemas.openxmlformats.org/officeDocument/2006/relationships/image" Target="../media/page03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Relationship Id="rId4" Type="http://schemas.openxmlformats.org/officeDocument/2006/relationships/image" Target="../media/page04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Relationship Id="rId4" Type="http://schemas.openxmlformats.org/officeDocument/2006/relationships/image" Target="../media/page05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Relationship Id="rId4" Type="http://schemas.openxmlformats.org/officeDocument/2006/relationships/image" Target="../media/page06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Relationship Id="rId4" Type="http://schemas.openxmlformats.org/officeDocument/2006/relationships/image" Target="../media/page07.sv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page08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Relationship Id="rId4" Type="http://schemas.openxmlformats.org/officeDocument/2006/relationships/image" Target="../media/page09.sv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Relationship Id="rId4" Type="http://schemas.openxmlformats.org/officeDocument/2006/relationships/image" Target="../media/page10.sv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page11.sv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p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KE is running now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ular content productio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ree routes through one system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AKE, the orchestration layer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ne connected spac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Modularity, a brief uses what it needs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natomy of a modul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I tasks across pre, production and pos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Your DAM stays the source of truth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Ordering, not re-briefi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he historic back catalogue, open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Today, integration, next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Technology section storyboard v1</dc:title>
  <dc:subject>Rough visual storyboard for narrative agreement</dc:subject>
  <dc:creator>Technology section storyboard</dc:creator>
  <cp:lastModifiedBy>Technology section storyboard</cp:lastModifiedBy>
  <cp:revision>1</cp:revision>
  <dcterms:created xsi:type="dcterms:W3CDTF">2026-09-19T19:14:56Z</dcterms:created>
  <dcterms:modified xsi:type="dcterms:W3CDTF">2026-09-19T19:14:56Z</dcterms:modified>
</cp:coreProperties>
</file>