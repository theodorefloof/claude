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page01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page0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page0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page04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page05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page06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page07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page0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page09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page1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p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KE is running now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dular content production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ree routes through one syste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KE, the orchestration layer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e connected spac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dularity, a brief uses what it need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natomy of a modu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tasks across pre, production and post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Your DAM stays the source of truth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dering, not re-briefi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historic back catalogue, open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Technology section storyboard v1</dc:title>
  <dc:subject>Rough visual storyboard for narrative agreement</dc:subject>
  <dc:creator>Technology section storyboard</dc:creator>
  <cp:lastModifiedBy>Technology section storyboard</cp:lastModifiedBy>
  <cp:revision>1</cp:revision>
  <dcterms:created xsi:type="dcterms:W3CDTF">2026-09-19T16:47:11Z</dcterms:created>
  <dcterms:modified xsi:type="dcterms:W3CDTF">2026-09-19T16:47:11Z</dcterms:modified>
</cp:coreProperties>
</file>